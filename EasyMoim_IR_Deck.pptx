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640080"/>
            <a:ext cx="1371600" cy="13716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7772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스마트 약속 조율 서비스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"단톡방 일정 조율, 이제 그만 하세요"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3분 만에 자동으로 끝내드립니다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정부지원사업 IR 자료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822960" cy="22860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약속 잡기,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스트레스일까요?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단톡방에서 "언제 괜찮아?" 물어보면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100개 넘는 메시지가 쏟아집니다.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1371600" cy="173736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폭탄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조율 평균 메시지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37360" y="2468880"/>
            <a:ext cx="1371600" cy="173736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2시간+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낭비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하나 잡는 시간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1371600" cy="173736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중 갈등 경험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"/>
            <a:ext cx="4114800" cy="4572000"/>
          </a:xfrm>
          <a:prstGeom prst="roundRect">
            <a:avLst/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1887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😵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754880" y="20116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"언제 돼?"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 금요일 빼고 다 돼"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"난 주말만..."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 나도 금요일 안됨"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반복되는 카톡 지옥...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822960" cy="2286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이지모임이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고민을 해결합니다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하나 공유하면, AI가 자동으로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시간, 장소, 식당까지 추천해드립니다.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1371600" cy="1188720"/>
          </a:xfrm>
          <a:prstGeom prst="roundRect">
            <a:avLst/>
          </a:prstGeom>
          <a:solidFill>
            <a:srgbClr val="ECFE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154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카톡으로 바로 초대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37360" y="2423160"/>
            <a:ext cx="1371600" cy="1188720"/>
          </a:xfrm>
          <a:prstGeom prst="roundRect">
            <a:avLst/>
          </a:prstGeom>
          <a:solidFill>
            <a:srgbClr val="ECFE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154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시간 자동 추천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2423160"/>
            <a:ext cx="1371600" cy="1188720"/>
          </a:xfrm>
          <a:prstGeom prst="roundRect">
            <a:avLst/>
          </a:prstGeom>
          <a:solidFill>
            <a:srgbClr val="ECFE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추천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154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중간지점 + 맛집까지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1920240" cy="54864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Before: 2시간 조율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3840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560320" y="3794760"/>
            <a:ext cx="1920240" cy="54864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After: 3분 완료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"/>
            <a:ext cx="4114800" cy="45720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랜딩페이지 캡처 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097280" cy="2286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초간편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투표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주최자가 가능한 날짜/시간을 선택하면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참석자들이 클릭만으로 투표합니다.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"다른 사람에게 맞추기" 기능으로 귀찮음도 해결!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4206240" cy="54864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 다중 날짜/시간 선택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529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후보 중 원하는 시간 투표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4206240" cy="54864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  실시간 응답 현황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93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응답했는지 즉시 확인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206240" cy="54864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136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리마인더 알림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33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미응답자에게 자동 알림 발송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"/>
            <a:ext cx="4114800" cy="45720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시간 투표 화면 캡처 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097280" cy="2286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스마트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시스템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참석자들의 선호도를 AI가 분석하여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최적의 시간과 장소를 3순위까지 추천합니다.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예산, 분위기, 교통까지 고려한 완벽한 선택지!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4206240" cy="548640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선호도 기반 매칭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529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분위기, 음식, 가격대 등 취향 반영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4206240" cy="548640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 중간 지점 계산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93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모두의 출발지 고려한 최적 장소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206240" cy="548640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136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 맛집 추천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33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평점, 리뷰, 예약 가능 여부까지 확인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"/>
            <a:ext cx="4114800" cy="45720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AI 추천 화면 캡처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097280" cy="2286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 &amp;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확정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모임별 전용 채팅방에서 자유롭게 소통하고,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장소를 공유하며 논의할 수 있습니다.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"바로 확정" 버튼으로 즉시 모임 완료!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4206240" cy="548640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모임별 채팅방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529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 없이 앱 내에서 소통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4206240" cy="548640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🗳️  장소 투표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93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후보 중 민주적 결정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206240" cy="548640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136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원클릭 확정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33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즉시 캘린더 등록 안내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"/>
            <a:ext cx="4114800" cy="45720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채팅 화면 캡처 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097280" cy="2286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성장하는 일정 조율 시장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전세계적으로 스케줄링 소프트웨어 시장은 연평균 12.8% 성장 중이며,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중심의 소셜 모임 조율 니즈가 급증하고 있습니다.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200400" cy="256032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$633B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회의/모임 시장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743200"/>
            <a:ext cx="2286000" cy="1645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834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$4.2B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 스케줄링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3383280"/>
            <a:ext cx="13716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$120M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297680" cy="256032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(전체시장)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$633B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3591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회의/이벤트/모임 시장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(유효시장)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0906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 온라인 스케줄링 시장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 (목표시장)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3566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8221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소셜 모임 조율 시장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0" y="429768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출처: Grand View Research, Statista 2024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188720" cy="22860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대비 차별점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01168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0" y="1554480"/>
            <a:ext cx="13716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0" y="1554480"/>
            <a:ext cx="137160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When2meet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137160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두들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137160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772400" y="1554480"/>
            <a:ext cx="128016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600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시간/장소 추천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0" y="1965960"/>
            <a:ext cx="1371600" cy="411480"/>
          </a:xfrm>
          <a:prstGeom prst="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196596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196596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196596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196596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1965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377440"/>
            <a:ext cx="2011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최적화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0" y="2377440"/>
            <a:ext cx="1371600" cy="411480"/>
          </a:xfrm>
          <a:prstGeom prst="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2377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0" y="237744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377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237744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377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237744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377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72400" y="2377440"/>
            <a:ext cx="128016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377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27889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지점 계산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0" y="2788920"/>
            <a:ext cx="1371600" cy="411480"/>
          </a:xfrm>
          <a:prstGeom prst="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0" y="278892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0" y="278892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0" y="278892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772400" y="278892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2788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3200400"/>
            <a:ext cx="2011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맛집 추천 연동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0" y="3200400"/>
            <a:ext cx="1371600" cy="411480"/>
          </a:xfrm>
          <a:prstGeom prst="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0" y="320040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029200" y="320040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00800" y="320040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772400" y="3200400"/>
            <a:ext cx="128016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0" y="3200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74320" y="361188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불필요 (웹)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286000" y="3611880"/>
            <a:ext cx="1371600" cy="411480"/>
          </a:xfrm>
          <a:prstGeom prst="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657600" y="361188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029200" y="361188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400800" y="361188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772400" y="361188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2011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286000" y="4023360"/>
            <a:ext cx="1371600" cy="411480"/>
          </a:xfrm>
          <a:prstGeom prst="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86000" y="4023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657600" y="402336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0" y="4023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029200" y="402336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0" y="4023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400800" y="4023360"/>
            <a:ext cx="1371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0" y="4023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772400" y="4023360"/>
            <a:ext cx="128016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72400" y="4023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274320" y="4572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우수  ○ 보통  △ 부분지원  ✕ 미지원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3716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B2C + B2B 이중 수익 모델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사용자 무료 + 프리미엄 기능 / 기업용 조직 관리 솔루션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B2C (일반 사용자)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201168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48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월 3회 모임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기본 AI 추천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2057400"/>
            <a:ext cx="2011680" cy="1371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148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377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₩4,900/월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6517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무제한 모임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28803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고급 AI 추천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4600" y="31089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캘린더 연동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(기업용)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1148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₩99,000~/월 (사용자당)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697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조직 관리 대시보드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03720" y="2697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예산 관리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953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Slack 연동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03720" y="2953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리포팅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추가 수익원: 소상공인 광고, 예약 연동 수수료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731520" cy="2286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모임의 즐거움을 만드는 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011680" cy="292608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57400"/>
            <a:ext cx="1097280" cy="109728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대표자명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1097280" cy="2286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30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및 경력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1828800"/>
            <a:ext cx="2011680" cy="292608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17520" y="2057400"/>
            <a:ext cx="1097280" cy="109728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286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3611880"/>
            <a:ext cx="1097280" cy="2286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3630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및 경력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2011680" cy="292608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2057400"/>
            <a:ext cx="1097280" cy="109728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286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3611880"/>
            <a:ext cx="1097280" cy="2286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630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및 경력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49440" y="1828800"/>
            <a:ext cx="2011680" cy="292608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406640" y="2057400"/>
            <a:ext cx="1097280" cy="109728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2286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📷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4944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3611880"/>
            <a:ext cx="1097280" cy="2286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3630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4088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및 경력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914400" cy="22860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및 사업화 로드맵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8595360" cy="457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99339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23160"/>
            <a:ext cx="1965960" cy="2286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Q1-Q2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개발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6002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83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핵심 기능 개발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베타 테스트 100명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1993392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2423160"/>
            <a:ext cx="1965960" cy="2286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5146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06040" y="27432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Q3-Q4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0604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런칭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3291840"/>
            <a:ext cx="16002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3383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앱 출시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0" y="36576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MAU 10,000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32120" y="1993392"/>
            <a:ext cx="274320" cy="27432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423160"/>
            <a:ext cx="1965960" cy="2286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5146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7432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Q1-Q2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5488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확장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291840"/>
            <a:ext cx="16002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383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기업용 출시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36576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파트너십 구축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80960" y="1993392"/>
            <a:ext cx="274320" cy="27432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2423160"/>
            <a:ext cx="1965960" cy="2286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5146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03720" y="27432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Q3-Q4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90372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86600" y="3291840"/>
            <a:ext cx="16002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3383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시리즈 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40880" y="36576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일본/동남아 진출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현재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00584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8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 운용 계획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금액: 1억원 (예시)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5,000만원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874520"/>
            <a:ext cx="2560320" cy="36576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874520"/>
            <a:ext cx="1280160" cy="36576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560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클라우드/AI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2,000만원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2606040"/>
            <a:ext cx="2560320" cy="36576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2606040"/>
            <a:ext cx="512064" cy="36576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651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2,000만원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3337560"/>
            <a:ext cx="2560320" cy="36576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3337560"/>
            <a:ext cx="512064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3383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023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운영/기타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251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1,000만원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0" y="4069080"/>
            <a:ext cx="2560320" cy="36576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4069080"/>
            <a:ext cx="256032" cy="36576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4114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114800" cy="393192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운용 계획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 (50%)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1719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풀스택 개발자 2명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AI/ML 엔지니어 1명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클라우드/AI (20%)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5420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AWS 서버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Claude API 비용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(20%)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364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SNS 광고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인플루언서 마케팅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3776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(10%)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4187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법인 운영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기타 비용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914400"/>
            <a:ext cx="1371600" cy="118872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10058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"언제 만날까?" 고민 끝!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이지모임이 완벽한 모임을 만들어드립니다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3657600"/>
            <a:ext cx="4572000" cy="914400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  |  대표: OOO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📧 contact@easymoim.com  |  📱 010-XXXX-XXXX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이지모임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이지모임 - AI 기반 스마트 약속 조율 서비스</dc:title>
  <dc:subject>PptxGenJS Presentation</dc:subject>
  <dc:creator>이지모임</dc:creator>
  <cp:lastModifiedBy>이지모임</cp:lastModifiedBy>
  <cp:revision>1</cp:revision>
  <dcterms:created xsi:type="dcterms:W3CDTF">2025-11-27T08:12:45Z</dcterms:created>
  <dcterms:modified xsi:type="dcterms:W3CDTF">2025-11-27T08:12:45Z</dcterms:modified>
</cp:coreProperties>
</file>