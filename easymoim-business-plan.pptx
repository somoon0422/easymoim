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이지모임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모임의 A부터 Z까지, 당신의 모임비서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사업계획서 | 초창패 / 소상공인 지원사업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7E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모임, 왜 이렇게 복잡할까요?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직장인, 대학생의 모임 준비 과정에서 발생하는 번거로움을 해결합니다.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50292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📅 끝없는 일정 조율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카톡방에서 언제 되냐고 물어보기만 수십 번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50292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00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📍 장소 선정의 어려움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각자 출발지가 다른데, 어디서 만나야 공평할까?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114800"/>
            <a:ext cx="50292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206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🧾 정산의 불편함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526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얼마 냈고, 누가 안 보냈는지 추적하기 힘듦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2103120"/>
            <a:ext cx="2743200" cy="27432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22860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943600" y="30175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일정 조율에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스트레스를 느끼는 비율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0" y="3657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3일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943600" y="42062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일정 확정까지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걸리는 시간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Solution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이지모임이 해결합니다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모임의 A부터 Z까지, 당신의 모임비서가 되어드립니다.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38404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86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📅 일정 조율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투표 기반 자동 일정 확정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2103120"/>
            <a:ext cx="38404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286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📍 중간지점 추천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2697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출발지 기반 최적 위치 계산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38404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657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🍽️ 장소 추천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4069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특성 맞춤 맛집/카페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3474720"/>
            <a:ext cx="38404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657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💰 자동 정산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4069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1/N 정산, 송금 알림 (예정)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7E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Features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8404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 일정 조율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투표 링크 공유로 간편 참여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가능 일정 자동 집계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최적 날짜 AI 추천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8404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600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중간지점 추천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011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각자 출발지 입력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2331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대중교통 시간 기반 계산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2651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공정한 중간 위치 제안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38404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429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 장소 추천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840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모임 목적별 필터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4160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인원수 고려 추천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480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평점/리뷰 기반 정렬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3291840"/>
            <a:ext cx="38404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429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정산 (예정)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3840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영수증 촬영 자동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4160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1/N 자동 계산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4480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송금 요청 알림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Target Market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사용할까요?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바쁜 일상 속에서도 소중한 사람들과의 만남을 포기하지 않는 분들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8404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94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직장인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퇴근 후 동료/친구 모임, 동호회, 번개 모임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4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Pain Point: 바쁜 일정, 다양한 지역 출퇴근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2011680"/>
            <a:ext cx="38404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194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대학생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2606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동아리, 스터디 그룹, MT, 학과 모임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3108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4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Pain Point: 통학 거리, 정산 문제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822960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97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핵심 타겟: 20-30대 여성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3434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소모임, 친구 모임의 주 기획자 역할을 하며, 편리한 도구에 대한 수요가 높음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0" y="397764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65%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7E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Market Analysis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기회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8404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67E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2,500만+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2030 인구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645920"/>
            <a:ext cx="38404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8288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67E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4.2회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754880" y="2377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모임 횟수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38404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004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67E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89%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 조율 불편함 경험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3017520"/>
            <a:ext cx="38404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2004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67E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3,200억+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54880" y="3749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시장 규모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7E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Competitive Edge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 우위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서비스들은 각각 일부 기능만 제공. 이지모임은 모임의 전 과정을 하나의 플랫폼에서 해결합니다.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57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2057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이지모임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49040" y="2057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카카오톡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94960" y="2057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밴드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040880" y="2057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When2Meet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514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조율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2514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49040" y="2514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0" y="2514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40880" y="2514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971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중간지점 추천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03120" y="2971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49040" y="2971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0" y="2971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40880" y="2971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429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 추천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103120" y="3429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49040" y="3429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94960" y="3429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40880" y="3429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886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정산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03120" y="3886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49040" y="3886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94960" y="3886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40880" y="3886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Business Model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 모델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8404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📢 광고 수익 (70%)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장소 추천 시 스폰서 매장 노출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배너 광고, 네이티브 광고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645920"/>
            <a:ext cx="38404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🤝 제휴 수수료 (20%)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22860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예약 연동 시 수수료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제휴 매장 우선 노출 비용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8229600" cy="1097280"/>
          </a:xfrm>
          <a:prstGeom prst="roundRect">
            <a:avLst/>
          </a:prstGeom>
          <a:solidFill>
            <a:srgbClr val="FEF3C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794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수익화 전략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160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1단계: 사용자 확보 (무료)  →  2단계: 광고 수익 (배너/네이티브)  →  3단계: 제휴 수수료 (장소 예약)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Development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현황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MVP 개발 단계로, 핵심 기능인 일정 조율과 중간지점 추천 기능을 우선 개발 중입니다.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0120" y="2286000"/>
            <a:ext cx="91440" cy="7315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057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7160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및 설계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컨셉, UI/UX 설계, DB 설계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60120" y="3200400"/>
            <a:ext cx="91440" cy="7315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301752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2971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진행중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7160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개발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조율, 중간지점 추천 기능 개발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60120" y="4114800"/>
            <a:ext cx="91440" cy="7315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3931920"/>
            <a:ext cx="365760" cy="365760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3886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예정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7160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베타 테스트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4343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소규모 사용자 테스트 및 피드백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" y="4846320"/>
            <a:ext cx="365760" cy="365760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4800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예정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71600" y="5029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정식 출시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71600" y="5257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서비스 정식 런칭 및 마케팅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0" y="2011680"/>
            <a:ext cx="3200400" cy="1371600"/>
          </a:xfrm>
          <a:prstGeom prst="roundRect">
            <a:avLst/>
          </a:prstGeom>
          <a:solidFill>
            <a:srgbClr val="EFF6FF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0" y="2148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🛠 기술 스택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0" y="25146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React, Node.js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Kakao Map API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7E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KPI &amp; Goals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지표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8404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월간 활성 사용자 (MAU)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10,000명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6개월 목표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38404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783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월간 모임 생성 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2103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5,000건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937760" y="26060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6개월 목표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38404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46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재사용률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566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0080" y="40690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사용 후 재사용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3108960"/>
            <a:ext cx="38404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3246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만족도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566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4.5/5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937760" y="40690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앱스토어 평점 기준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7E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Budget Plan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계획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1645920"/>
            <a:ext cx="640080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448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서버/인프라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0" y="1737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67E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30만원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2194560"/>
            <a:ext cx="6400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도구/API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2286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67E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20만원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71600" y="2743200"/>
            <a:ext cx="640080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마케팅/홍보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2834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67E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100만원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71600" y="3291840"/>
            <a:ext cx="6400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디자인/UX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3383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67E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30만원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371600" y="3840480"/>
            <a:ext cx="640080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3931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기타 운영비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3931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67E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20만원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71600" y="4389120"/>
            <a:ext cx="6400800" cy="502920"/>
          </a:xfrm>
          <a:prstGeom prst="rect">
            <a:avLst/>
          </a:prstGeom>
          <a:solidFill>
            <a:srgbClr val="667EE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54480" y="4480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월 예산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4480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200만원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모임의 모든 과정을 쉽게 만들어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많은 사람들이 소중한 만남을 즐길 수 있도록 하겠습니다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3931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이지모임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0" y="4389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모임의 A부터 Z까지, 당신의 모임비서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이지모임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이지모임 사업계획서</dc:title>
  <dc:subject>PptxGenJS Presentation</dc:subject>
  <dc:creator>이지모임</dc:creator>
  <cp:lastModifiedBy>이지모임</cp:lastModifiedBy>
  <cp:revision>1</cp:revision>
  <dcterms:created xsi:type="dcterms:W3CDTF">2025-11-27T06:38:09Z</dcterms:created>
  <dcterms:modified xsi:type="dcterms:W3CDTF">2025-11-27T06:38:09Z</dcterms:modified>
</cp:coreProperties>
</file>